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6E693-BFBA-4AF2-9652-4E15C0684E6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D00C-C58E-4C5B-A300-5DB82FD0A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341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6E693-BFBA-4AF2-9652-4E15C0684E6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D00C-C58E-4C5B-A300-5DB82FD0A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407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6E693-BFBA-4AF2-9652-4E15C0684E6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D00C-C58E-4C5B-A300-5DB82FD0A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220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6E693-BFBA-4AF2-9652-4E15C0684E6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D00C-C58E-4C5B-A300-5DB82FD0A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929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6E693-BFBA-4AF2-9652-4E15C0684E6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D00C-C58E-4C5B-A300-5DB82FD0A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849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6E693-BFBA-4AF2-9652-4E15C0684E6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D00C-C58E-4C5B-A300-5DB82FD0A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43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6E693-BFBA-4AF2-9652-4E15C0684E6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D00C-C58E-4C5B-A300-5DB82FD0A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179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6E693-BFBA-4AF2-9652-4E15C0684E6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D00C-C58E-4C5B-A300-5DB82FD0A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393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6E693-BFBA-4AF2-9652-4E15C0684E6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D00C-C58E-4C5B-A300-5DB82FD0A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227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6E693-BFBA-4AF2-9652-4E15C0684E6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D00C-C58E-4C5B-A300-5DB82FD0A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456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6E693-BFBA-4AF2-9652-4E15C0684E6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D00C-C58E-4C5B-A300-5DB82FD0A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094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6E693-BFBA-4AF2-9652-4E15C0684E6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3D00C-C58E-4C5B-A300-5DB82FD0A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027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E375A-6825-34A5-0CB0-3E8A9EC86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3A2EA-1CB5-6C48-BCB3-18A4EFAE3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7D1472D-8829-6231-B327-062FD2F016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B7577B-2BF9-9AF1-7018-E9C2A19217DE}"/>
              </a:ext>
            </a:extLst>
          </p:cNvPr>
          <p:cNvSpPr txBox="1"/>
          <p:nvPr/>
        </p:nvSpPr>
        <p:spPr>
          <a:xfrm>
            <a:off x="446314" y="1912535"/>
            <a:ext cx="1111431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 PRICE ANALYSIS</a:t>
            </a:r>
            <a:endParaRPr lang="en-IN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265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528695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52663" cy="6858000"/>
          </a:xfrm>
        </p:spPr>
      </p:pic>
    </p:spTree>
    <p:extLst>
      <p:ext uri="{BB962C8B-B14F-4D97-AF65-F5344CB8AC3E}">
        <p14:creationId xmlns:p14="http://schemas.microsoft.com/office/powerpoint/2010/main" val="1731246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177829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3260413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4195205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11" y="-1454332"/>
            <a:ext cx="12192000" cy="6858000"/>
          </a:xfr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92" y="1176564"/>
            <a:ext cx="5233774" cy="531631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434" y="1181190"/>
            <a:ext cx="5932072" cy="53163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08DAE4-B0D6-293F-C0E2-4A58C47D2341}"/>
              </a:ext>
            </a:extLst>
          </p:cNvPr>
          <p:cNvSpPr txBox="1"/>
          <p:nvPr/>
        </p:nvSpPr>
        <p:spPr>
          <a:xfrm>
            <a:off x="522592" y="0"/>
            <a:ext cx="5573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Source Code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2315107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" y="261257"/>
            <a:ext cx="5423954" cy="61826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931" y="261257"/>
            <a:ext cx="5503126" cy="617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682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84" y="1784623"/>
            <a:ext cx="5829643" cy="38535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211" y="1784623"/>
            <a:ext cx="5407431" cy="378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18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59" y="982857"/>
            <a:ext cx="3761268" cy="25075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597" y="920945"/>
            <a:ext cx="2995369" cy="24761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7246" y="1123190"/>
            <a:ext cx="3893473" cy="19379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091" y="3689677"/>
            <a:ext cx="3500846" cy="253976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027" y="3864889"/>
            <a:ext cx="3674201" cy="229008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6013" y="3490369"/>
            <a:ext cx="3587202" cy="29383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9A9943-6737-6A15-A07C-38E5D437C801}"/>
              </a:ext>
            </a:extLst>
          </p:cNvPr>
          <p:cNvSpPr txBox="1"/>
          <p:nvPr/>
        </p:nvSpPr>
        <p:spPr>
          <a:xfrm>
            <a:off x="435429" y="365125"/>
            <a:ext cx="48659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VISUALIZATION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185081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067077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963683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</Words>
  <Application>Microsoft Office PowerPoint</Application>
  <PresentationFormat>Widescreen</PresentationFormat>
  <Paragraphs>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Naga Sreeja Kodali</cp:lastModifiedBy>
  <cp:revision>5</cp:revision>
  <dcterms:created xsi:type="dcterms:W3CDTF">2025-11-03T06:21:02Z</dcterms:created>
  <dcterms:modified xsi:type="dcterms:W3CDTF">2025-11-05T13:28:24Z</dcterms:modified>
</cp:coreProperties>
</file>